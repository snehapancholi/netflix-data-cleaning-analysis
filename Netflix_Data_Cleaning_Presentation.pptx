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92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1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05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19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8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7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72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63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02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62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17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68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6274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45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37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79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86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466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Netflix Data Cleaning &amp;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data wrangling &amp; visualization case study using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Dataset: Real-world Netflix content data</a:t>
            </a:r>
          </a:p>
          <a:p>
            <a:r>
              <a:t>Goal: Clean the dataset, extract insights, and visualize patterns</a:t>
            </a:r>
          </a:p>
          <a:p>
            <a:r>
              <a:t>Tools used: Pandas, Matplotlib, Seaborn, Counter (Python collections)</a:t>
            </a:r>
          </a:p>
          <a:p>
            <a:r>
              <a:t>Focus: Content trends, duration, genres, actors, countries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Trimmed and parsed 'date_added' into datetime</a:t>
            </a:r>
          </a:p>
          <a:p>
            <a:r>
              <a:t>Handled missing values with placeholders like 'Unknown', 'No Cast'</a:t>
            </a:r>
          </a:p>
          <a:p>
            <a:r>
              <a:t>Dropped invalid rows (e.g., date parsing failures)</a:t>
            </a:r>
          </a:p>
          <a:p>
            <a:r>
              <a:t>Handled duplicates and standardized text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Created 'duration_minutes' from text</a:t>
            </a:r>
          </a:p>
          <a:p>
            <a:r>
              <a:t>Extracted 'year_added', 'month_added', and 'weekday_added'</a:t>
            </a:r>
          </a:p>
          <a:p>
            <a:r>
              <a:t>Derived 'main_country' and excluded 'Unknown' from top country analysis</a:t>
            </a:r>
          </a:p>
          <a:p>
            <a:r>
              <a:t>Added 'num_cast', 'num_genres', and 'multi_country'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Analyzed Movies vs TV Shows over time</a:t>
            </a:r>
          </a:p>
          <a:p>
            <a:r>
              <a:t>Top 10 content-producing countries (excluding 'Unknown')</a:t>
            </a:r>
          </a:p>
          <a:p>
            <a:r>
              <a:t>Top 10 most common genres</a:t>
            </a:r>
          </a:p>
          <a:p>
            <a:r>
              <a:t>Distribution of movie durations and outliers</a:t>
            </a:r>
          </a:p>
          <a:p>
            <a:r>
              <a:t>Frequent actors and directors</a:t>
            </a:r>
          </a:p>
          <a:p>
            <a:r>
              <a:t>Content release patterns by weekday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Country column had missing values → filled as 'Unknown'</a:t>
            </a:r>
          </a:p>
          <a:p>
            <a:r>
              <a:t>'Unknown' appeared as a top country → filtered out for analysis</a:t>
            </a:r>
          </a:p>
          <a:p>
            <a:r>
              <a:t>Handled multi-value fields (genres, cast) with splitting and counting</a:t>
            </a:r>
          </a:p>
          <a:p>
            <a:r>
              <a:t>Addressed outliers in duration data with thresholds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Netflix adds more movies than TV shows</a:t>
            </a:r>
          </a:p>
          <a:p>
            <a:r>
              <a:t>US, India, and UK dominate content production</a:t>
            </a:r>
          </a:p>
          <a:p>
            <a:r>
              <a:t>Drama and International genres are most common</a:t>
            </a:r>
          </a:p>
          <a:p>
            <a:r>
              <a:t>Most movies are 60–100 minutes long</a:t>
            </a:r>
          </a:p>
          <a:p>
            <a:r>
              <a:t>Content is added most on Tuesdays and Wednesdays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Could build predictive models (e.g., classify content type)</a:t>
            </a:r>
          </a:p>
          <a:p>
            <a:r>
              <a:t>Deploy insights as a Streamlit dashboard</a:t>
            </a:r>
          </a:p>
          <a:p>
            <a:r>
              <a:t>Integrate IMDb ratings for content quality analysis</a:t>
            </a:r>
          </a:p>
          <a:p>
            <a:r>
              <a:t>Learned how small issues like placeholders can skew results</a:t>
            </a:r>
          </a:p>
          <a:p>
            <a:r>
              <a:t>Gained hands-on experience in real-world data cleaning and EDA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160</TotalTime>
  <Words>325</Words>
  <Application>Microsoft Office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Netflix Data Cleaning &amp; Analysis Project</vt:lpstr>
      <vt:lpstr>Project Overview</vt:lpstr>
      <vt:lpstr>Data Cleaning Steps</vt:lpstr>
      <vt:lpstr>Feature Engineering</vt:lpstr>
      <vt:lpstr>Exploratory Data Analysis (EDA)</vt:lpstr>
      <vt:lpstr>Challenges &amp; Fixes</vt:lpstr>
      <vt:lpstr>Key Insights</vt:lpstr>
      <vt:lpstr>Next Steps &amp; 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Sikandar Pancholi</cp:lastModifiedBy>
  <cp:revision>2</cp:revision>
  <dcterms:created xsi:type="dcterms:W3CDTF">2013-01-27T09:14:16Z</dcterms:created>
  <dcterms:modified xsi:type="dcterms:W3CDTF">2025-06-29T12:21:28Z</dcterms:modified>
  <cp:category/>
</cp:coreProperties>
</file>